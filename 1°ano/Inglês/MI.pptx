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A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CHABARIBERI" userId="b785fe46-58ef-49b7-85a3-efd684779404" providerId="ADAL" clId="{552CA241-BE20-C74F-B5C2-859F42F6A3E6}"/>
    <pc:docChg chg="undo custSel modSld">
      <pc:chgData name="VINICIUS CHABARIBERI" userId="b785fe46-58ef-49b7-85a3-efd684779404" providerId="ADAL" clId="{552CA241-BE20-C74F-B5C2-859F42F6A3E6}" dt="2022-06-06T19:32:18.162" v="468" actId="207"/>
      <pc:docMkLst>
        <pc:docMk/>
      </pc:docMkLst>
      <pc:sldChg chg="addSp delSp modSp">
        <pc:chgData name="VINICIUS CHABARIBERI" userId="b785fe46-58ef-49b7-85a3-efd684779404" providerId="ADAL" clId="{552CA241-BE20-C74F-B5C2-859F42F6A3E6}" dt="2022-06-06T19:32:18.162" v="468" actId="207"/>
        <pc:sldMkLst>
          <pc:docMk/>
          <pc:sldMk cId="2489008960" sldId="256"/>
        </pc:sldMkLst>
        <pc:spChg chg="add mod">
          <ac:chgData name="VINICIUS CHABARIBERI" userId="b785fe46-58ef-49b7-85a3-efd684779404" providerId="ADAL" clId="{552CA241-BE20-C74F-B5C2-859F42F6A3E6}" dt="2022-06-06T19:30:31.633" v="461" actId="14100"/>
          <ac:spMkLst>
            <pc:docMk/>
            <pc:sldMk cId="2489008960" sldId="256"/>
            <ac:spMk id="2" creationId="{8E5589EA-0FBB-4554-8364-D6528686882F}"/>
          </ac:spMkLst>
        </pc:spChg>
        <pc:spChg chg="add mod">
          <ac:chgData name="VINICIUS CHABARIBERI" userId="b785fe46-58ef-49b7-85a3-efd684779404" providerId="ADAL" clId="{552CA241-BE20-C74F-B5C2-859F42F6A3E6}" dt="2022-06-06T19:31:11.906" v="465" actId="14100"/>
          <ac:spMkLst>
            <pc:docMk/>
            <pc:sldMk cId="2489008960" sldId="256"/>
            <ac:spMk id="3" creationId="{5E7F28FF-A2FA-927F-A6B8-55449634BE1B}"/>
          </ac:spMkLst>
        </pc:spChg>
        <pc:spChg chg="mod">
          <ac:chgData name="VINICIUS CHABARIBERI" userId="b785fe46-58ef-49b7-85a3-efd684779404" providerId="ADAL" clId="{552CA241-BE20-C74F-B5C2-859F42F6A3E6}" dt="2022-06-06T19:24:08.724" v="243" actId="255"/>
          <ac:spMkLst>
            <pc:docMk/>
            <pc:sldMk cId="2489008960" sldId="256"/>
            <ac:spMk id="4" creationId="{1FC31986-9E4C-FC2F-57FF-9FBDFB8AD40A}"/>
          </ac:spMkLst>
        </pc:spChg>
        <pc:spChg chg="add mod">
          <ac:chgData name="VINICIUS CHABARIBERI" userId="b785fe46-58ef-49b7-85a3-efd684779404" providerId="ADAL" clId="{552CA241-BE20-C74F-B5C2-859F42F6A3E6}" dt="2022-06-06T19:22:08.073" v="230" actId="207"/>
          <ac:spMkLst>
            <pc:docMk/>
            <pc:sldMk cId="2489008960" sldId="256"/>
            <ac:spMk id="5" creationId="{31770FF8-97B0-31E6-9960-048FD67DEC52}"/>
          </ac:spMkLst>
        </pc:spChg>
        <pc:spChg chg="add mod">
          <ac:chgData name="VINICIUS CHABARIBERI" userId="b785fe46-58ef-49b7-85a3-efd684779404" providerId="ADAL" clId="{552CA241-BE20-C74F-B5C2-859F42F6A3E6}" dt="2022-06-06T19:30:51.467" v="464" actId="14100"/>
          <ac:spMkLst>
            <pc:docMk/>
            <pc:sldMk cId="2489008960" sldId="256"/>
            <ac:spMk id="6" creationId="{18867E41-6090-2BD8-B017-416528A61AD4}"/>
          </ac:spMkLst>
        </pc:spChg>
        <pc:spChg chg="add mod">
          <ac:chgData name="VINICIUS CHABARIBERI" userId="b785fe46-58ef-49b7-85a3-efd684779404" providerId="ADAL" clId="{552CA241-BE20-C74F-B5C2-859F42F6A3E6}" dt="2022-06-06T19:21:43.110" v="227" actId="207"/>
          <ac:spMkLst>
            <pc:docMk/>
            <pc:sldMk cId="2489008960" sldId="256"/>
            <ac:spMk id="7" creationId="{9B2C2D66-1F25-2662-CA86-3D3A2FA44543}"/>
          </ac:spMkLst>
        </pc:spChg>
        <pc:spChg chg="add mod">
          <ac:chgData name="VINICIUS CHABARIBERI" userId="b785fe46-58ef-49b7-85a3-efd684779404" providerId="ADAL" clId="{552CA241-BE20-C74F-B5C2-859F42F6A3E6}" dt="2022-06-06T19:22:30.728" v="235" actId="207"/>
          <ac:spMkLst>
            <pc:docMk/>
            <pc:sldMk cId="2489008960" sldId="256"/>
            <ac:spMk id="9" creationId="{F1521B0B-7617-0065-2848-DFB01BD4051C}"/>
          </ac:spMkLst>
        </pc:spChg>
        <pc:spChg chg="add del mod">
          <ac:chgData name="VINICIUS CHABARIBERI" userId="b785fe46-58ef-49b7-85a3-efd684779404" providerId="ADAL" clId="{552CA241-BE20-C74F-B5C2-859F42F6A3E6}" dt="2022-06-06T19:22:25.654" v="234" actId="21"/>
          <ac:spMkLst>
            <pc:docMk/>
            <pc:sldMk cId="2489008960" sldId="256"/>
            <ac:spMk id="10" creationId="{49C376BF-B821-C1D6-DCD7-33809FDC3E53}"/>
          </ac:spMkLst>
        </pc:spChg>
        <pc:spChg chg="add mod ord">
          <ac:chgData name="VINICIUS CHABARIBERI" userId="b785fe46-58ef-49b7-85a3-efd684779404" providerId="ADAL" clId="{552CA241-BE20-C74F-B5C2-859F42F6A3E6}" dt="2022-06-06T19:32:18.162" v="468" actId="207"/>
          <ac:spMkLst>
            <pc:docMk/>
            <pc:sldMk cId="2489008960" sldId="256"/>
            <ac:spMk id="12" creationId="{05AE6AF2-6C09-3D60-A9B3-FC807C06BE3F}"/>
          </ac:spMkLst>
        </pc:spChg>
        <pc:graphicFrameChg chg="add del">
          <ac:chgData name="VINICIUS CHABARIBERI" userId="b785fe46-58ef-49b7-85a3-efd684779404" providerId="ADAL" clId="{552CA241-BE20-C74F-B5C2-859F42F6A3E6}" dt="2022-06-06T17:56:39.633" v="33" actId="3680"/>
          <ac:graphicFrameMkLst>
            <pc:docMk/>
            <pc:sldMk cId="2489008960" sldId="256"/>
            <ac:graphicFrameMk id="11" creationId="{1C77CC47-78D6-857C-86C7-1C6F88F664A8}"/>
          </ac:graphicFrameMkLst>
        </pc:graphicFrameChg>
        <pc:cxnChg chg="add del mod">
          <ac:chgData name="VINICIUS CHABARIBERI" userId="b785fe46-58ef-49b7-85a3-efd684779404" providerId="ADAL" clId="{552CA241-BE20-C74F-B5C2-859F42F6A3E6}" dt="2022-06-06T17:52:57.726" v="6" actId="2640"/>
          <ac:cxnSpMkLst>
            <pc:docMk/>
            <pc:sldMk cId="2489008960" sldId="256"/>
            <ac:cxnSpMk id="2" creationId="{0D26C726-7EBF-D3E7-E8F2-2AB867629BC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5A51-750A-50D3-0A28-736C2DFA9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BBBB6-DE01-B4A9-0372-D1AE93AB6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F7D2E-8C60-489E-9238-0C7497A0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F8D89-73FB-0DF8-D4C2-2DAF011A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7F98-DBC1-C5A4-09EE-DCA978C1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13BD-0ED3-109A-8CCE-60C8852A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B300D-0FA3-0F1E-48E5-AFD3A2110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CA276-7231-1E09-5CA4-AC1A74F2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4BCF7-0963-E73C-BED3-9BA4B3FFB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F9872-2A74-6E79-9098-E58F93D8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8A5E-AF5C-7E0D-DB6D-CE326267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4500A-5AE7-8761-26BB-453829AF2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3313D-F0C1-8DC1-D85A-7435F931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DDC4C-2BE2-34AA-4E08-4D213487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F47A-CE3B-9D8C-A940-81495977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8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592E-A976-D0BB-E88A-0FCD818E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C189-C133-D206-4EDA-9CEFE9AEA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49D55-7036-B619-5273-2E970F97F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FE235-2B9A-63DB-B055-DD451D13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A475A-C7DD-01A3-3DAF-E3AB782C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9B23-2447-1AF0-FC08-07071756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6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001C-3206-38CD-FE51-2C90A057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5CA33-7C69-0981-8E54-82F2703A0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7D73-85E7-ECEE-101A-A231F91D2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C30FA-7187-184D-26A7-498AF138D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7057C-A318-2323-5BAF-F4DB39A19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CCB1C-B941-213A-8FC9-7AC2515C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AE90E-2198-48ED-A4CA-87CA617E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40661-B618-488D-1A44-B4C5ED2C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9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AD07-2414-8493-55B8-8E9FCDA5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CF1D9-65BD-15CE-2030-622989A5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5AE4B-F2BB-6017-0902-7BCC48D4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4D55D-612F-8795-42F2-4F0794F5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58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DF000-A9B9-FF60-6D1C-AA6F23C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82241-A1CB-3560-6D8E-3C1BAF93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4A6F0-7AFA-F095-449A-8347839C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9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C3EF-07EA-7CEF-332F-B4CDEEB3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0A157-0DFB-9787-97DD-74257F54A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2ADD9-4907-E09C-19C4-A5187B5E2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97915-A593-2D3C-D1F3-9F75D4C6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12C8C-8656-BEA8-F286-E9E66AED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1B468-5AAA-E56B-CEA0-F2A6F501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62A9-4DE5-150A-C5D5-3F04BA54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07DBC-5B8B-AE39-4543-2D7BE906F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3C773-3E9A-B91E-C996-34089E8DA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E4879-BFC4-CD3A-1EF8-A4BD842C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A41B4-5799-DA0A-CEDD-D5C8014F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8AE1E-8485-00B2-57CE-6156D9E2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2A6B-0721-B2E4-5D93-79B80B97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749B4-6AC0-CF95-2C15-F2F5EB047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FE47-CE0C-BEF0-23E3-597FB861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9E71-E418-025F-B676-8E020F72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AFF9-9023-715C-B1EF-5DE7AC94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0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F71C30-7FBB-D1A2-CE2F-1D83BB40C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1680E-1B8F-8CEA-B560-CDFA0BD4C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68C80-296D-29E1-B51D-7D3E986E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70472-E845-4C9E-C5CC-188BBDFE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97720-A7D5-D282-6794-507403C4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3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777972-7855-89AB-E9A9-1079D64F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C0B2-F4A4-8F83-8DB2-65CE0B76A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F05A5-CC35-1D65-EED7-30B8F847C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862A5-4F5C-A145-80E6-4CB6C25D92BE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F194-C0E5-388D-A7C2-9C372AE88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CFCF6-7A6F-B66F-4090-A31592A50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4227D-7034-D442-8A98-C77B5D0F8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9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5AE6AF2-6C09-3D60-A9B3-FC807C06BE3F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C7A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C31986-9E4C-FC2F-57FF-9FBDFB8AD40A}"/>
              </a:ext>
            </a:extLst>
          </p:cNvPr>
          <p:cNvSpPr/>
          <p:nvPr/>
        </p:nvSpPr>
        <p:spPr>
          <a:xfrm>
            <a:off x="4641458" y="633845"/>
            <a:ext cx="2909084" cy="184216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Bahnschrift SemiBold" panose="02000000000000000000" pitchFamily="2" charset="0"/>
                <a:ea typeface="Bahnschrift SemiBold" panose="02000000000000000000" pitchFamily="2" charset="0"/>
                <a:cs typeface="Arial Black" panose="020B0604020202020204" pitchFamily="34" charset="0"/>
              </a:rPr>
              <a:t>Multiple Intelligence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1770FF8-97B0-31E6-9960-048FD67DEC52}"/>
              </a:ext>
            </a:extLst>
          </p:cNvPr>
          <p:cNvSpPr/>
          <p:nvPr/>
        </p:nvSpPr>
        <p:spPr>
          <a:xfrm>
            <a:off x="7550542" y="1070293"/>
            <a:ext cx="1956816" cy="96926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B2C2D66-1F25-2662-CA86-3D3A2FA44543}"/>
              </a:ext>
            </a:extLst>
          </p:cNvPr>
          <p:cNvSpPr/>
          <p:nvPr/>
        </p:nvSpPr>
        <p:spPr>
          <a:xfrm rot="10800000">
            <a:off x="2684642" y="1070293"/>
            <a:ext cx="1956816" cy="96926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1521B0B-7617-0065-2848-DFB01BD4051C}"/>
              </a:ext>
            </a:extLst>
          </p:cNvPr>
          <p:cNvSpPr/>
          <p:nvPr/>
        </p:nvSpPr>
        <p:spPr>
          <a:xfrm rot="5400000">
            <a:off x="5117592" y="2944368"/>
            <a:ext cx="1956816" cy="96926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589EA-0FBB-4554-8364-D6528686882F}"/>
              </a:ext>
            </a:extLst>
          </p:cNvPr>
          <p:cNvSpPr/>
          <p:nvPr/>
        </p:nvSpPr>
        <p:spPr>
          <a:xfrm>
            <a:off x="9649374" y="864774"/>
            <a:ext cx="1956816" cy="1585818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+mj-lt"/>
                <a:ea typeface="Abadi Extra Light" pitchFamily="2" charset="0"/>
              </a:rPr>
              <a:t>Linguistic</a:t>
            </a:r>
          </a:p>
          <a:p>
            <a:pPr algn="ctr"/>
            <a:endParaRPr lang="en-US" b="1"/>
          </a:p>
          <a:p>
            <a:pPr algn="ctr"/>
            <a:r>
              <a:rPr lang="en-US"/>
              <a:t>Word Smart to express what you mean.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F28FF-A2FA-927F-A6B8-55449634BE1B}"/>
              </a:ext>
            </a:extLst>
          </p:cNvPr>
          <p:cNvSpPr/>
          <p:nvPr/>
        </p:nvSpPr>
        <p:spPr>
          <a:xfrm>
            <a:off x="4641458" y="4449713"/>
            <a:ext cx="3040393" cy="195681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Mathematical</a:t>
            </a:r>
          </a:p>
          <a:p>
            <a:pPr algn="ctr"/>
            <a:endParaRPr lang="en-US" b="1"/>
          </a:p>
          <a:p>
            <a:pPr algn="ctr"/>
            <a:r>
              <a:rPr lang="en-US"/>
              <a:t>Quantifying things, make hyphoteses and prove them.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67E41-6090-2BD8-B017-416528A61AD4}"/>
              </a:ext>
            </a:extLst>
          </p:cNvPr>
          <p:cNvSpPr/>
          <p:nvPr/>
        </p:nvSpPr>
        <p:spPr>
          <a:xfrm>
            <a:off x="713826" y="864774"/>
            <a:ext cx="1828800" cy="158581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Interpersonal</a:t>
            </a:r>
          </a:p>
          <a:p>
            <a:pPr algn="ctr"/>
            <a:endParaRPr lang="en-US" b="1"/>
          </a:p>
          <a:p>
            <a:pPr algn="ctr"/>
            <a:r>
              <a:rPr lang="en-US"/>
              <a:t>Sensing people’s feelings and motives.</a:t>
            </a:r>
          </a:p>
        </p:txBody>
      </p:sp>
    </p:spTree>
    <p:extLst>
      <p:ext uri="{BB962C8B-B14F-4D97-AF65-F5344CB8AC3E}">
        <p14:creationId xmlns:p14="http://schemas.microsoft.com/office/powerpoint/2010/main" val="248900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VINICIUS VALERO CHABARIBERI</dc:creator>
  <cp:lastModifiedBy>VINICIUS CHABARIBERI</cp:lastModifiedBy>
  <cp:revision>5</cp:revision>
  <dcterms:created xsi:type="dcterms:W3CDTF">2022-06-06T17:19:38Z</dcterms:created>
  <dcterms:modified xsi:type="dcterms:W3CDTF">2022-06-06T19:32:23Z</dcterms:modified>
</cp:coreProperties>
</file>